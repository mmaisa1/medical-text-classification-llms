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642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58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95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563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360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92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863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305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531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916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635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789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FB133-1085-5EAA-14E8-4DF877F0B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3885" y="964921"/>
            <a:ext cx="10107795" cy="1983015"/>
          </a:xfrm>
        </p:spPr>
        <p:txBody>
          <a:bodyPr>
            <a:normAutofit fontScale="90000"/>
          </a:bodyPr>
          <a:lstStyle/>
          <a:p>
            <a:r>
              <a:rPr lang="en-US" dirty="0"/>
              <a:t>Medical Text Classification using LLMs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13F27B-2DB4-C0E6-9522-0229EA760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6885" y="3812093"/>
            <a:ext cx="8637072" cy="1543679"/>
          </a:xfrm>
        </p:spPr>
        <p:txBody>
          <a:bodyPr>
            <a:normAutofit/>
          </a:bodyPr>
          <a:lstStyle/>
          <a:p>
            <a:pPr algn="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Medha Maisa</a:t>
            </a:r>
          </a:p>
          <a:p>
            <a:pPr algn="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CSC 590 - Master's Project</a:t>
            </a:r>
            <a:b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22</a:t>
            </a:r>
            <a:r>
              <a:rPr lang="en-US" sz="1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April 2025</a:t>
            </a:r>
          </a:p>
          <a:p>
            <a:pPr algn="r"/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940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9E468-2A2C-CE80-D0F8-306A3A192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597690"/>
            <a:ext cx="9603275" cy="1049235"/>
          </a:xfrm>
        </p:spPr>
        <p:txBody>
          <a:bodyPr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C138C0-E7E1-7DA5-52D3-31149F768E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994681"/>
            <a:ext cx="8518294" cy="3331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Perform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labeling and preprocessing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two datasets: TCGA and IMR </a:t>
            </a:r>
          </a:p>
          <a:p>
            <a:pPr mar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✅Build a traditional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baseline classifier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ML techniques like Logistic Regression.</a:t>
            </a:r>
          </a:p>
          <a:p>
            <a:pPr mar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🔄 Develop and evaluate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LLM-based classification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(BERT,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BioBERT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GPT).</a:t>
            </a:r>
          </a:p>
          <a:p>
            <a:pPr mar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🔄 Experiment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few-shot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approaches using LLMs.</a:t>
            </a:r>
          </a:p>
          <a:p>
            <a:pPr mar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🔄 Perform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comparative evaluation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models based on performance metrics.</a:t>
            </a:r>
          </a:p>
          <a:p>
            <a:pPr mar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🔄 Visualize findings through confusion matrices, performance charts, and error analysis.</a:t>
            </a:r>
          </a:p>
        </p:txBody>
      </p:sp>
    </p:spTree>
    <p:extLst>
      <p:ext uri="{BB962C8B-B14F-4D97-AF65-F5344CB8AC3E}">
        <p14:creationId xmlns:p14="http://schemas.microsoft.com/office/powerpoint/2010/main" val="3848921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B994DD-DE88-9C1E-F83B-5DEF469AB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Used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890750-C071-B494-DAB1-A067F6945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191" y="1901255"/>
            <a:ext cx="4645152" cy="52286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TCGA Pathology Reports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6F7A883-69E4-0EBF-5476-7176C224E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700" y="1901255"/>
            <a:ext cx="4645152" cy="80223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Independent Medical Reviews Dataset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A12FEA6-5DB9-2D39-27C5-8E3D67AFDAD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526848" y="2542120"/>
            <a:ext cx="4724173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clinical data from cancer studies.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Contains complex medical language, negations, and varying report lengths.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Contextual labeling, negation handling.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0AB9E02B-CC53-4978-ACB4-78994804FBDE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409700" y="2744265"/>
            <a:ext cx="4724173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medical case summaries and decisions.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Initially unlabeled.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Identifying mislabels, exploring multi-class classification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441117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9E623-FFEC-7977-AA59-85309A278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Data Preprocessing: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2D062B9-3DDD-D719-C782-06DC26769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Taken: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 and very short texts.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text to lowercase and removed special characters.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and normalization applied.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Labeling Strategies: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TCGA: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Created binary labels based on keywords like “cancer”; plan to refine using context and negation detection.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Manually reviewed subsets; future work includes verifying and correcting labels.</a:t>
            </a:r>
          </a:p>
        </p:txBody>
      </p:sp>
    </p:spTree>
    <p:extLst>
      <p:ext uri="{BB962C8B-B14F-4D97-AF65-F5344CB8AC3E}">
        <p14:creationId xmlns:p14="http://schemas.microsoft.com/office/powerpoint/2010/main" val="1231343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8DCC-1EB9-6423-0507-E6CFC528F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i="1" dirty="0"/>
              <a:t>Baseline Model –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42EED-67C0-B2EB-5294-C7845EC3D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5989855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Model Setup:</a:t>
            </a: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Vectorization using TF-IDF</a:t>
            </a:r>
          </a:p>
          <a:p>
            <a:pPr lvl="1">
              <a:lnSpc>
                <a:spcPct val="110000"/>
              </a:lnSpc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 (Cancer vs. Non-Cancer)</a:t>
            </a:r>
          </a:p>
          <a:p>
            <a:pPr>
              <a:lnSpc>
                <a:spcPct val="110000"/>
              </a:lnSpc>
            </a:pPr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Results (so far):</a:t>
            </a: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 98.63%</a:t>
            </a:r>
          </a:p>
          <a:p>
            <a:pPr lvl="1">
              <a:lnSpc>
                <a:spcPct val="110000"/>
              </a:lnSpc>
            </a:pPr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F1-Score: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 0.99 (Cancer), 0.70 (Non-Cancer)</a:t>
            </a:r>
          </a:p>
          <a:p>
            <a:pPr>
              <a:lnSpc>
                <a:spcPct val="110000"/>
              </a:lnSpc>
            </a:pPr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performs well on the majority class.</a:t>
            </a:r>
          </a:p>
          <a:p>
            <a:pPr lvl="1">
              <a:lnSpc>
                <a:spcPct val="110000"/>
              </a:lnSpc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Imbalanced data leads to reduced performance on “Cancer” class.</a:t>
            </a:r>
          </a:p>
          <a:p>
            <a:pPr lvl="1">
              <a:lnSpc>
                <a:spcPct val="110000"/>
              </a:lnSpc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Labeling strategy and class balance are critical for improvement.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0A85EC-60CC-F25D-504A-C4554C2D1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184" y="3573034"/>
            <a:ext cx="4151273" cy="2054879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DB932B-12B6-6C00-D072-2575F5343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184" y="2015732"/>
            <a:ext cx="2986502" cy="134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349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8A8B6-EAAC-DBC4-6747-D3CD5E428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0B05F-52FC-7577-6157-A590A2610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Remaining Work Overview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FEB9A2-2816-ED99-C02A-854F04E57A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Refinement &amp; Labeling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 negations and contextual labeling (TCGA)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 and correct mislabels (IMR)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Rebuild Baseline Model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Explore Logisti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Regression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Random Forest and other methods.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best baseline for comparison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LLM-Based Classifier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 with BERT,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BioBERT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GPT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Fine-tune vs. prompt-based classification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E70E63-3FD6-F935-3912-4B9410BCDC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Few-Shot Learning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LLMs with minimal training examples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against fully fine-tuned models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 &amp; Visualization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charts, confusion matrices, performance tables to visualize differences and results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and handle misclassifications</a:t>
            </a:r>
          </a:p>
        </p:txBody>
      </p:sp>
    </p:spTree>
    <p:extLst>
      <p:ext uri="{BB962C8B-B14F-4D97-AF65-F5344CB8AC3E}">
        <p14:creationId xmlns:p14="http://schemas.microsoft.com/office/powerpoint/2010/main" val="1636134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BC298DB-2D5C-40A1-9A78-6B4A12198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C2355B-7CE9-4192-9142-A41CA0A0C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10" name="Graphic 9" descr="Handshake">
            <a:extLst>
              <a:ext uri="{FF2B5EF4-FFF2-40B4-BE49-F238E27FC236}">
                <a16:creationId xmlns:a16="http://schemas.microsoft.com/office/drawing/2014/main" id="{71A2E7A7-930E-3845-CE3F-22A3BDDCE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9869" y="805583"/>
            <a:ext cx="4660762" cy="4660762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D05ED8-39E4-42F8-92CB-704C2BD0D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79647" y="3526496"/>
            <a:ext cx="414993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45CE2E7C-6AA3-4710-825D-4CDDF788C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256C6C3-0EDC-4651-AB37-9F26CFAA6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E867487-7970-EF5D-A450-8FE43AA9AB23}"/>
              </a:ext>
            </a:extLst>
          </p:cNvPr>
          <p:cNvSpPr/>
          <p:nvPr/>
        </p:nvSpPr>
        <p:spPr>
          <a:xfrm>
            <a:off x="6493085" y="2591736"/>
            <a:ext cx="30925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you!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307335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69</TotalTime>
  <Words>383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Gill Sans MT</vt:lpstr>
      <vt:lpstr>Times New Roman</vt:lpstr>
      <vt:lpstr>Gallery</vt:lpstr>
      <vt:lpstr>Medical Text Classification using LLMs</vt:lpstr>
      <vt:lpstr>Project Objectives</vt:lpstr>
      <vt:lpstr>Datasets Used</vt:lpstr>
      <vt:lpstr>Data Preprocessing:</vt:lpstr>
      <vt:lpstr>Baseline Model – Logistic Regression</vt:lpstr>
      <vt:lpstr>Remaining Work Overview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Medha Maisa</dc:creator>
  <cp:lastModifiedBy>Medha Maisa</cp:lastModifiedBy>
  <cp:revision>5</cp:revision>
  <dcterms:created xsi:type="dcterms:W3CDTF">2025-04-23T01:29:10Z</dcterms:created>
  <dcterms:modified xsi:type="dcterms:W3CDTF">2025-04-23T02:38:23Z</dcterms:modified>
</cp:coreProperties>
</file>